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16730435e84305" /><Relationship Type="http://schemas.openxmlformats.org/officeDocument/2006/relationships/extended-properties" Target="/docProps/app.xml" Id="R58a0a5d5ede94a08" /><Relationship Type="http://schemas.openxmlformats.org/officeDocument/2006/relationships/officeDocument" Target="/ppt/presentation.xml" Id="Rcdbbfb65c61345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4f64f0bf4d40ec"/>
  </p:sldMasterIdLst>
  <p:notesMasterIdLst>
    <p:notesMasterId xmlns:r="http://schemas.openxmlformats.org/officeDocument/2006/relationships" r:id="R2b5608e9a4324ccf"/>
  </p:notesMasterIdLst>
  <p:sldIdLst>
    <p:sldId xmlns:r="http://schemas.openxmlformats.org/officeDocument/2006/relationships" id="256" r:id="R26fa6f910f624f99"/>
    <p:sldId xmlns:r="http://schemas.openxmlformats.org/officeDocument/2006/relationships" id="257" r:id="R9f29004126d84e1f"/>
    <p:sldId xmlns:r="http://schemas.openxmlformats.org/officeDocument/2006/relationships" id="258" r:id="R336855d6737f4445"/>
    <p:sldId xmlns:r="http://schemas.openxmlformats.org/officeDocument/2006/relationships" id="259" r:id="R302e1b009274480f"/>
    <p:sldId xmlns:r="http://schemas.openxmlformats.org/officeDocument/2006/relationships" id="260" r:id="R07189d820a004165"/>
    <p:sldId xmlns:r="http://schemas.openxmlformats.org/officeDocument/2006/relationships" id="261" r:id="R99d2182ce5de43b4"/>
    <p:sldId xmlns:r="http://schemas.openxmlformats.org/officeDocument/2006/relationships" id="262" r:id="Rf4274be2ac054f4e"/>
    <p:sldId xmlns:r="http://schemas.openxmlformats.org/officeDocument/2006/relationships" id="263" r:id="Rc0e0d14eebfb4768"/>
    <p:sldId xmlns:r="http://schemas.openxmlformats.org/officeDocument/2006/relationships" id="264" r:id="R82269c76f5de433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fd443edc5b4577" /><Relationship Type="http://schemas.openxmlformats.org/officeDocument/2006/relationships/slideMaster" Target="/ppt/slideMasters/slideMaster1.xml" Id="Rbd4f64f0bf4d40ec" /><Relationship Type="http://schemas.openxmlformats.org/officeDocument/2006/relationships/notesMaster" Target="/ppt/notesMasters/notesMaster1.xml" Id="R2b5608e9a4324ccf" /><Relationship Type="http://schemas.openxmlformats.org/officeDocument/2006/relationships/presProps" Target="/ppt/presProps.xml" Id="R3f1e03a477a640d9" /><Relationship Type="http://schemas.openxmlformats.org/officeDocument/2006/relationships/tableStyles" Target="/ppt/tableStyles.xml" Id="R50f6b9741ff5406f" /><Relationship Type="http://schemas.openxmlformats.org/officeDocument/2006/relationships/slide" Target="/ppt/slides/slide1.xml" Id="R26fa6f910f624f99" /><Relationship Type="http://schemas.openxmlformats.org/officeDocument/2006/relationships/slide" Target="/ppt/slides/slide2.xml" Id="R9f29004126d84e1f" /><Relationship Type="http://schemas.openxmlformats.org/officeDocument/2006/relationships/slide" Target="/ppt/slides/slide3.xml" Id="R336855d6737f4445" /><Relationship Type="http://schemas.openxmlformats.org/officeDocument/2006/relationships/slide" Target="/ppt/slides/slide4.xml" Id="R302e1b009274480f" /><Relationship Type="http://schemas.openxmlformats.org/officeDocument/2006/relationships/slide" Target="/ppt/slides/slide5.xml" Id="R07189d820a004165" /><Relationship Type="http://schemas.openxmlformats.org/officeDocument/2006/relationships/slide" Target="/ppt/slides/slide6.xml" Id="R99d2182ce5de43b4" /><Relationship Type="http://schemas.openxmlformats.org/officeDocument/2006/relationships/slide" Target="/ppt/slides/slide7.xml" Id="Rf4274be2ac054f4e" /><Relationship Type="http://schemas.openxmlformats.org/officeDocument/2006/relationships/slide" Target="/ppt/slides/slide8.xml" Id="Rc0e0d14eebfb4768" /><Relationship Type="http://schemas.openxmlformats.org/officeDocument/2006/relationships/slide" Target="/ppt/slides/slide9.xml" Id="R82269c76f5de43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cb6beaa54a43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e2f985fd6841ac" /><Relationship Type="http://schemas.openxmlformats.org/officeDocument/2006/relationships/notesMaster" Target="/ppt/notesMasters/notesMaster1.xml" Id="R194269d7540942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802baca1474e2b" /><Relationship Type="http://schemas.openxmlformats.org/officeDocument/2006/relationships/notesMaster" Target="/ppt/notesMasters/notesMaster1.xml" Id="R6dad80a9389843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b0fcd9f8a14423" /><Relationship Type="http://schemas.openxmlformats.org/officeDocument/2006/relationships/notesMaster" Target="/ppt/notesMasters/notesMaster1.xml" Id="R305dfacbf3224c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72249259a4425d" /><Relationship Type="http://schemas.openxmlformats.org/officeDocument/2006/relationships/notesMaster" Target="/ppt/notesMasters/notesMaster1.xml" Id="R1f6cc3a9353c4e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958f759ae1491a" /><Relationship Type="http://schemas.openxmlformats.org/officeDocument/2006/relationships/notesMaster" Target="/ppt/notesMasters/notesMaster1.xml" Id="Ra767b228c49548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4a73ecd9dc4aed" /><Relationship Type="http://schemas.openxmlformats.org/officeDocument/2006/relationships/notesMaster" Target="/ppt/notesMasters/notesMaster1.xml" Id="Rb3c973b9c4a14b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82a02eafaa492c" /><Relationship Type="http://schemas.openxmlformats.org/officeDocument/2006/relationships/notesMaster" Target="/ppt/notesMasters/notesMaster1.xml" Id="R14dde0f2da484c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99f59f8baf41f7" /><Relationship Type="http://schemas.openxmlformats.org/officeDocument/2006/relationships/notesMaster" Target="/ppt/notesMasters/notesMaster1.xml" Id="R68ce854d3fe646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83ab1aa2094eee" /><Relationship Type="http://schemas.openxmlformats.org/officeDocument/2006/relationships/notesMaster" Target="/ppt/notesMasters/notesMaster1.xml" Id="Rcb0fd408b13741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a21a6b55a4d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a76735ad0848ef" /><Relationship Type="http://schemas.openxmlformats.org/officeDocument/2006/relationships/slideLayout" Target="/ppt/slideLayouts/slideLayout1.xml" Id="R21dc5fc9c79b45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dc5fc9c79b45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bc4b0523941a2" /><Relationship Type="http://schemas.openxmlformats.org/officeDocument/2006/relationships/notesSlide" Target="/ppt/notesSlides/notesSlide1.xml" Id="R01d349e8905a40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b572740d740b7" /><Relationship Type="http://schemas.openxmlformats.org/officeDocument/2006/relationships/notesSlide" Target="/ppt/notesSlides/notesSlide2.xml" Id="R3ab836a6759a4b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745e45c9c4860" /><Relationship Type="http://schemas.openxmlformats.org/officeDocument/2006/relationships/notesSlide" Target="/ppt/notesSlides/notesSlide3.xml" Id="R8f045bffcc4141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d7206a62949f2" /><Relationship Type="http://schemas.openxmlformats.org/officeDocument/2006/relationships/notesSlide" Target="/ppt/notesSlides/notesSlide4.xml" Id="R8f2fff43f60a46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2612a0ed24b70" /><Relationship Type="http://schemas.openxmlformats.org/officeDocument/2006/relationships/notesSlide" Target="/ppt/notesSlides/notesSlide5.xml" Id="Rebd82290665043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3182ea1434b85" /><Relationship Type="http://schemas.openxmlformats.org/officeDocument/2006/relationships/notesSlide" Target="/ppt/notesSlides/notesSlide6.xml" Id="Rf74e05714a5b45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bd28a166e436d" /><Relationship Type="http://schemas.openxmlformats.org/officeDocument/2006/relationships/notesSlide" Target="/ppt/notesSlides/notesSlide7.xml" Id="R58b46dfcf8b341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e0be091ae4626" /><Relationship Type="http://schemas.openxmlformats.org/officeDocument/2006/relationships/notesSlide" Target="/ppt/notesSlides/notesSlide8.xml" Id="Rd6b6de2ce0c94e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3bc49289747a4" /><Relationship Type="http://schemas.openxmlformats.org/officeDocument/2006/relationships/notesSlide" Target="/ppt/notesSlides/notesSlide9.xml" Id="Rc4e7ed7536db4d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56FA19-D742-47DB-AB9A-B3D4F5B8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48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Rivet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D0447-BFFE-4DC4-8785-7DD37CF8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上位机开发框架介绍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4052A-F380-4EA8-B1F2-1CAF66C5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设备交互用后端语言做，用户交互用 Web 技术做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12A75-B0AD-496B-A218-137E4BF7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2952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FAAC0-323D-4A11-BEAA-546C3850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257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后端能力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A3907-4A8A-4414-ADC7-8180CEF1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C# / C++ / Python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设备 SDK / DLL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算法 / 业务状态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8ADDB-6AE5-48E7-BB85-1EDAAE06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0" cy="571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435B2-05CE-4DF4-B6AB-FF0B878A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Rivet</a:t>
            </a:r>
          </a:p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Bridge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A2BA4-DFF7-43CE-9635-4F6E4D10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10100"/>
            <a:ext cx="0" cy="533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BF6B8-2D48-4133-AB8A-E4CCE54D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Web UI + Tauri 桌面交付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BD332-6FE0-486A-A657-FEB64000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Rivet 框架介绍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9E897-5FEE-4EFA-8499-3B168F83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096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DFC4A9-36EE-478F-B5F8-B199B27E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传统上位机的问题不是做不了，而是维护成本高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90E81-7106-4A09-B03C-A60CF705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Qt、WinForms、WPF 都能完成上位机开发，但界面和状态会长期消耗时间。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1A414-C32D-44BC-B8CE-877166B4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A5D00-1551-4D8B-BF0D-A618BAC0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85214-21F4-4E34-A87A-0CD29F90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UI 表现力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DD71F-7B94-4FC1-9B09-970CF7B5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050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复杂布局、图表、主题和现代组件效率不如 Web。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77474-E7E8-432E-B6D2-50642D02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87CEE-8863-479F-B402-F864E46D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241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状态更新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5555A-3014-42BA-A394-D685EE8E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050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Qt / WinForms 常手动刷新；MVVM 会增加工程复杂度。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A6DC4-2312-4EE8-99DC-8ACE7A4B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6E240-2104-4E42-AFC8-500FE918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调试体验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D012F-F434-46FB-A547-0D0C6F06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910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不像 Web 那样方便检查布局、样式、状态和组件行为。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4DF23-A639-42C0-AB8B-8862B38D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B362A-81E8-425F-B7B3-2B6F2390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1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职责混杂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F5173-D2FB-4D17-8A83-C9A345C1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910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同一个人常同时负责设备、界面和打包。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C7C47-BAAB-4316-A86C-8F40081D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054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8C963-29BA-45A0-90C5-05379D21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57850"/>
            <a:ext cx="870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核心不是换一个 UI 框架，而是把设备交互和用户界面放到更合适的技术层。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F5CC0-9379-401E-8E48-1F490344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Rivet 框架介绍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C1F4D-93B3-48E0-AAD4-BC7741B8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59751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D785FC-DB7B-449E-B85E-D8ADC883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Rivet 的目标是让两类工作各归其位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F7361-8567-4700-9D01-8A6B6106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后端语言负责设备和本地能力，Web 技术负责用户交互和呈现效率。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C0ED1-FD8F-463C-8301-146A77FD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6FB72-D39C-4188-9502-9F861044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95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59CC7-598D-4B8E-82F1-46E5AF92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与设备交互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20099-F53A-4974-A9EB-B4122A01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527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C# / C++ / Python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设备 SDK / 算法库 / DLL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3A233-7491-4B0E-AC43-A9B66CC5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负责性能、稳定性、硬件调用和业务状态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4BCDB-687E-43A0-83BB-4B136B48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95500"/>
            <a:ext cx="4095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9D522-FFF5-4A9E-A42E-B713E2F4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0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与用户交互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B69F1-365D-49D6-9EA3-7BE79731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52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Vue / Vite / 图表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组件库 / CSS 布局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F7F98-6FF4-43C3-81C4-2009FBA6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05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负责界面、交互、展示和调试效率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4A285-C09E-42D4-95EF-9796762B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33750"/>
            <a:ext cx="990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6B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660D0-9CE3-4132-B92E-6A60FF42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990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52E17-9860-4827-A9E7-38BE9AE2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43200"/>
            <a:ext cx="12954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54E59A-265A-4B7E-9DCB-294CDFA3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99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Rivet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桥接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9AD6E-4291-4438-BB4C-BD21ED51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530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B49228-2037-4D5B-8C7E-98304040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505450"/>
            <a:ext cx="842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保留后端性能，同时获得 Web UI 的表现力、开发效率和调试体验。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11E3E-8E80-4D18-8964-83DB6339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Rivet 框架介绍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FF212-995F-4635-A66F-12CAE622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0224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855501-4F66-4C30-B259-F7CB6D15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整体结构：后端能力、Rivet、前端页面和桌面交付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75081-F73F-4E4B-8EA6-5BE62BD3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业务项目不需要单独维护一个桌面壳层，壳子能力由前端 CLI / 模板接入。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1FEE0-3766-4D3B-8C6B-3C0F5962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06C41-CFC0-4CD9-B845-331A200C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895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5FFBB-176D-48AD-BA54-A8474DB0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621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Tauri 壳能力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D454A-7C09-430B-A796-71AE95A7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812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窗口 / WebView2 / 打包 / sidecar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BAB0B-325E-4E95-BD90-9D047E7F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0" cy="190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F8788-0057-4A6E-8227-AC300784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33700"/>
            <a:ext cx="895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83825-B73D-4716-87D4-BD6BA245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95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前端 Vue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2C4C6-2E4A-4C8D-9C32-14E4D4E5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1467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页面 / 组件 / 图表 / 用户交互 / 通过 rv 使用后端能力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8ECE8-CA6C-4AB3-8693-6F0D4A1B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0" cy="190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BD6B5-1681-4BA3-9F7A-ED8DD992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95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06531-39C7-4A2E-948C-D87A2ED5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290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Rivet 桥接层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05C8C-13B3-40BC-8E39-E1CBEC24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481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contract / 代理生成 / 状态同步 / 方法调用 / 连接管理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90D7D-26B7-4DCC-901D-DAC0983C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52950"/>
            <a:ext cx="0" cy="190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9C328-4578-437D-843B-DCB50D32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00600"/>
            <a:ext cx="895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91F42-0AFB-41F3-A383-C506FC0D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625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后端能力层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A0910-BE51-48E7-921B-9692C4DB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8157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C# / C++ / Python / SDK / DLL / 设备交互 / 算法 / 业务状态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075BF-AFD7-4867-9692-5690E96D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7150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Rivet 不是业务框架，也不是 UI 框架；它负责把后端能力稳定暴露给 Web UI。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F313D-0E00-48D5-A576-73D96A17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Rivet 框架介绍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04E976-2323-4BFF-94CD-C42F2E51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660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AC4C7B-089E-4551-AE74-BDF02C23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业务项目只需要两个入口：后端引核心，前端引包和模板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3BAC1-85BB-4ED8-ADB6-8070DB81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前端项目同时承载 Web UI 和桌面壳入口；后端项目仍然像后端项目。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10B12-A8D9-49C2-A169-2F155678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E7EC9-DA07-41E7-9AD8-55B22427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后端项目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7FA2D-1809-4950-B979-1AE5858E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0E8BE-F3B2-4A97-8B10-DDC93AFD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引入 Rivet 后端核心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DA0D4-E890-44F4-8C35-ED3C2432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19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44E86-3AAD-4D45-97E5-66753B0A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定义设备服务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1BBAA-3E1E-4C63-BDC4-BD922360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71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DE1C1-CCB8-4529-9F2A-E8BB8BBF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暴露状态变量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24F22-2355-4D57-8D49-F3020D79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24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AB4ED-22C7-4A92-88C0-FADC55F8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3865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暴露可调用方法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CA1A7-F861-42CA-B0C6-AE55A4E3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3429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A94F5-1044-4C88-9145-FF131276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86100"/>
            <a:ext cx="251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Rivet Bridge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02BE8-7926-44AB-8ECD-318B05ED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5285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生成前端 rv 代理</a:t>
            </a:r>
          </a:p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维护连接、同步和调用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33E09F-7AAC-485A-A6A3-FF88C56E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0045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6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6A579-8D47-4ACA-940E-0C911430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00450"/>
            <a:ext cx="2667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6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096198-45C8-4861-98E3-8F60DBCC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前端项目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9E398-1F68-4452-8992-DBF47FFC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67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93003-6444-4022-8ACE-3C5020C8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312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引入 @rivet/client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6CF230-7605-443B-865E-082A39BD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19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09622C-0795-4472-9B22-A0432BAB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312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引入 @rivet/cli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62C82-455D-4D9F-B1AD-D8A03E5B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71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5063CF-6708-4516-963B-F3B6469D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86200"/>
            <a:ext cx="312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初始化 createBackend()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F762C-FA69-4831-B478-7D5E3E5C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24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BC641E-1D6F-4A3C-BD11-9F667F50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38650"/>
            <a:ext cx="312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页面中直接使用 rv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FBB140-6139-44C1-9C49-7A6009AE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76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72F61C-1FA2-4DB9-A2E3-ABE6DB37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91100"/>
            <a:ext cx="312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通过 CLI / 模板接入 Tauri 壳能力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FFB488-E3FD-466C-A0C2-83104304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10250"/>
            <a:ext cx="762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A6D325-09FB-4052-B239-AB7BBC20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962650"/>
            <a:ext cx="727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使用者不需要围绕通信层或壳子工程组织业务代码。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129098-5327-48AC-93D6-83D80D8D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Rivet 框架介绍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3F15C1-29E1-4442-86D3-FB8D19B7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07634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757023-8BE4-4201-8843-8DEF06DC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后端能力不限定 C#，统一暴露才是重点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D5417-FC49-445C-ADC7-01AD6C46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当前先用 C# 跑通主链路；后续可以扩展 C++、Python 或其他本地能力。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A055B-A630-429D-9D52-980622F3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B72C8-6E56-4D4B-90EE-C7C3383B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286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EC41C-8AA1-4F69-9B82-FB769D51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C#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0DBD5-F145-44B5-BB72-3CCC0CE9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本地服务</a:t>
            </a:r>
          </a:p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设备控制</a:t>
            </a:r>
          </a:p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业务状态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46A93-81E6-437E-AF4E-AF5CFA8A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47900"/>
            <a:ext cx="2286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708E3-46F6-4073-BE38-0B2EA7E7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955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C++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3F013-705F-4ED6-B78C-6A4AC8D7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289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厂商 SDK</a:t>
            </a:r>
          </a:p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算法库</a:t>
            </a:r>
          </a:p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采集卡 DLL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3E637-3CED-4EDA-956F-FDD8611A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2286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AB836-C6B2-4EDD-8397-0E22145D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955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Python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65775-4BEF-4DA9-85CD-04F9A0D1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289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脚本</a:t>
            </a:r>
          </a:p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模型</a:t>
            </a:r>
          </a:p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自动化流程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16507-2803-40AB-84E6-A88E4F0D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47900"/>
            <a:ext cx="2286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9BDF9-5A94-4E84-A2F2-BFFC8DC8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955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本地服务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BDB4F-D5D6-4A73-BEBA-C9920D8E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外部进程</a:t>
            </a:r>
          </a:p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DLL / PInvoke</a:t>
            </a:r>
          </a:p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已有系统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5CEEC-4D83-413E-B670-FB7EBB2B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243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54C8DA-8F5A-4FB3-AC87-466C6BD2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243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B8D46-E60B-4160-B649-1BAC5E78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243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6F406-CA0B-4E6C-A77E-C5D58AA8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243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DE980-BBA0-4FBC-840F-3B602F59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43400"/>
            <a:ext cx="834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DFDF43-2DD6-4627-8A91-1604A0FC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FE964A-1719-4597-9F35-2A412ECC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6725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BB0B2D-CAE1-4C21-BE29-5F1C6800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768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统一 contract / rv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D1CB10-BE0E-4E78-A263-D992EF9E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483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前端看到的是同一套入口，而不是不同语言的细节。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0AB489-F30E-4D78-A28F-6A1D2EC3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Rivet 框架介绍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480DEA-F6B3-4EFF-97C5-C4704B16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40162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69B1B8-BD2E-4E4D-94FF-FACFD851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一个完整例子就能说明使用方式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B72E8-D239-4E7F-9C35-C3618100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打开设备是后端方法；回调次数和设备状态是后端状态；页面只负责触发和显示。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4B988-8076-437D-8241-B628C9D8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E6200-A0CF-430E-9EFA-C01578F4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538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后端负责设备逻辑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84678-8184-4959-88A9-35724AE3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816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57859-85A7-498E-B091-FBBFC538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503872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public sealed class DeviceService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{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    public Rv&lt;bool&gt; Opened { get; } = new(false);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    public Rv&lt;int&gt; CallbackCount { get; } = new(0);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    [JsCallable]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    public bool OpenDevice()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    {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        _device.Open();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        _device.OnCallback += () =&gt; CallbackCount.Value++;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        Opened.Value = true;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        return true;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    }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4BF6B-E9F8-4626-B7CE-CB7CB90B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38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前端负责用户交互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DF568-C4A9-47A5-B7A5-7458C099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3816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FB5D3-E13D-4824-AEC9-16D90FA0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503872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&lt;script setup lang="ts"&gt;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async function openDevice() {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  await rv.device.openDevice()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}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&lt;/script&gt;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&lt;template&gt;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  &lt;button @click="openDevice"&gt;打开设备&lt;/button&gt;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  &lt;div&gt;设备：{{ rv.device.opened.value ? '已打开' : '未打开' }}&lt;/div&gt;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  &lt;div&gt;回调次数：{{ rv.device.callbackCount.value }}&lt;/div&gt;</a:t>
            </a:r>
          </a:p>
          <a:p xmlns:a="http://schemas.openxmlformats.org/drawingml/2006/main">
            <a:pPr algn="l">
              <a:defRPr sz="1163" b="0">
                <a:solidFill>
                  <a:srgbClr val="F8F8F8"/>
                </a:solidFill>
              </a:defRPr>
            </a:pPr>
            <a:r>
              <a:rPr sz="1163" b="0">
                <a:solidFill>
                  <a:srgbClr val="F8F8F8"/>
                </a:solidFill>
              </a:rPr>
              <a:t>&lt;/template&gt;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A458B-2D0D-4503-AF5C-87C1B887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D87FC-7FF2-4E4D-8D9A-F929A8A0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340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方法调用、状态同步、前端代理生成由 Rivet 处理；业务代码只表达设备逻辑和页面逻辑。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45E68-6EFD-40B0-A1EF-6CF7DC3A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Rivet 框架介绍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A2BC6-AE7F-4EA4-A157-38AAB83F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6763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BC09EA-E760-4EAF-B3B5-9FB5A46F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当前先把主链路跑通，再补齐多语言和交付能力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04BA4-6455-408E-A491-C9D61B6C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先验证端到端机制，再把使用者的接入成本继续压低。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A8008-2940-4F28-A22D-7A20764D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C75DE-C6AB-4807-927A-0FE63E74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当前已验证 / 正在验证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CBE0E-839C-4C0E-BCBD-BF84E312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43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D3D1C-83C5-48D7-97F0-CADFCDE4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C# 后端声明状态和方法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B7560-9207-407F-B354-FF1E1E78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202D9-5EF5-4994-A8A1-B81DF5D2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909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生成 rivet.contract.json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A219C-66F5-4EFC-9CA7-E3900D94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0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C8471-8405-41B8-BFE6-A1AF7653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生成 rv.generated.ts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E64F4-1B7B-408C-BA48-E28C1B3A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C2851-8747-4194-AE96-0E3C8B7E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Vue 页面通过 rv 使用后端能力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85901-E820-44F9-9230-67E39B8F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76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A5A02-1585-43C6-83FF-3E35ED91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SignalR + MessagePack 通信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D5525-2516-4A84-AECC-2A0C566F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10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312EE0-B21E-4181-87FA-190421D2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Tauri 壳负责桌面化验证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0CCA9-7D3D-4145-9861-26BBB104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后续目标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EC724-0EAC-4882-B43C-F1FF7E97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43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CE1DF1-EE59-4F26-9F38-6B0BE3B5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575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后端事件前端监听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8FAB79-812F-4F93-B8CB-627107BA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D2DBD5-2B50-4DF6-B032-2D739EB9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909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C++ / Python 后端能力接入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4754C-53F4-4CA8-B48E-D535E58E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10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8B0AF-2F43-4A75-B4DB-0E373CAD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243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sidecar 自动拉起后端进程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90ADF7-9D83-4970-A0E1-DA2E2B3F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43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993C8-DF8C-49F2-9616-176E4301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577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更完整的项目模板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606A61-4875-4894-BDA9-EDE14192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76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0F0C49-662B-4604-ABD9-CCFCEEE5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911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更顺滑的开发、调试、打包流程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547D9B-6B6D-4E10-8BAD-BA2C02E4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28900"/>
            <a:ext cx="0" cy="32766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130366-173B-42A3-9B31-460FDFB9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Rivet 框架介绍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60BC04-D6B7-4198-A4B1-014D575F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46509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CD560E-24FB-42A9-8E62-1A20947B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Rivet 是上位机后端能力和 Web UI 之间的桥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40234-68F9-47C8-80F3-7FC4C627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它要解决的是结构问题：设备交互由适合本地能力和性能的后端语言完成，用户交互由 Web 技术完成，桌面交付由 Tauri 壳能力完成，中间契约、通信、状态同步和代理生成由 Rivet 处理。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1A7F9-FF51-467A-8696-0BF61F08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BB0BC-31DD-4AAE-9E91-3D143608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后端语言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3C14B-8D83-49E5-84A8-4CA0922D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写设备和算法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05D6A-C73D-4DC5-B199-2AD10396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3390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F97F0-3B4A-4996-83D4-B71FBFCB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386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36DFE-FBCC-4C69-8F72-B20CB3C2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67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Rivet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919F7-6F55-442D-A455-C275FE2A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29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桥接和同步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4854B-5A97-4DDA-9A5A-A6FD0AED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3390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5AFD5-C53B-4AEA-9792-95F4EDE9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41003-3B0A-4B43-8142-D2995013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Web 技术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599BE-6714-47E2-B510-7916FEBC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写界面和交互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ACF9F-DCC3-436A-8678-EA5E24AE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3390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89670-4505-4B15-839D-33616562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386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67F5C-CD6D-4D8B-9DF1-6C4C431A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67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Tauri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4C61C-D5C9-4B0C-B0FC-A718DE3F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29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桌面化交付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6C2FB-B6BB-4719-953B-2D1089EB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816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1E4B63-8036-4288-9BD2-429C4734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34050"/>
            <a:ext cx="880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一句话：让上位机开发者用后端语言写设备，用 Web 技术写界面，不再维护中间桥接层。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F892C-2137-46B1-8565-AF13123D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Rivet 框架介绍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0AF9C8-CE9A-49C6-8273-45D86E6D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88020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2026-07-08T03:31:58.9920000Z</dcterms:created>
  <dcterms:modified xsi:type="dcterms:W3CDTF">2026-07-08T03:31:58.9920000Z</dcterms:modified>
</coreProperties>
</file>